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58"/>
    <p:restoredTop sz="73797"/>
  </p:normalViewPr>
  <p:slideViewPr>
    <p:cSldViewPr snapToGrid="0">
      <p:cViewPr>
        <p:scale>
          <a:sx n="98" d="100"/>
          <a:sy n="98" d="100"/>
        </p:scale>
        <p:origin x="156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2A0354-094D-C241-A073-361CE7460EC3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6AE8E1-A65D-F342-8DB2-CBFECF2CF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355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6AE8E1-A65D-F342-8DB2-CBFECF2CF44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98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twitter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6AE8E1-A65D-F342-8DB2-CBFECF2CF44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0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</a:t>
            </a:r>
            <a:r>
              <a:rPr lang="en-US" dirty="0" err="1"/>
              <a:t>hatebert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6AE8E1-A65D-F342-8DB2-CBFECF2CF44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17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hatebert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6AE8E1-A65D-F342-8DB2-CBFECF2CF44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46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Fb </a:t>
            </a:r>
            <a:r>
              <a:rPr lang="en-US" dirty="0" err="1"/>
              <a:t>hatebert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6AE8E1-A65D-F342-8DB2-CBFECF2CF44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98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E0019-76CC-4139-2C99-840EB8806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C1A927-773F-3932-7EA4-B2AF55106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82C65-8239-5327-67D1-B4D39DF4F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8A07-ACF6-5C48-892B-15D9257CF43A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BF7C3-ACC7-98FB-C8D1-1601A01A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2BE7E-A5D8-8BA6-4505-9DE059373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821C8-8B8D-8B4C-B547-DC1D2D243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182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CDBDB-CDC9-B392-1A0F-D69E934B7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A05A9-5929-9BA2-1B33-275A3A0CD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C6DF9-E13F-0E9E-3955-029069287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8A07-ACF6-5C48-892B-15D9257CF43A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D572A-CC3F-20F3-EF3F-76F8817D3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004F8-7ADC-89D3-4F4C-8233DBCD7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821C8-8B8D-8B4C-B547-DC1D2D243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93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B7371-2CFB-0E51-4457-1DE5A423A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688A2-B544-EBC5-C1E3-001330705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13F87-923F-D0D3-B1E2-6B9001B49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8A07-ACF6-5C48-892B-15D9257CF43A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439F6-A224-E3AD-8F4F-1C8213DF0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1E316-70F7-FE78-D6E7-103911B17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821C8-8B8D-8B4C-B547-DC1D2D243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30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B30E5-9CB4-F194-D0FB-6DBD93AC4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97CF3-BE4F-A046-4742-E866A3E629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A11A4F-2FF7-2305-0969-703BF402D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DA9BF-4527-21B2-6654-AAC4E9FBD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8A07-ACF6-5C48-892B-15D9257CF43A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18B2A-C9BD-A918-8995-D2901139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1B55E-C8D0-B8FD-3968-3611BFD18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821C8-8B8D-8B4C-B547-DC1D2D243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685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91E41-F162-6340-7BC1-D3FBFB689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83EE9-41B9-8DFD-0B2E-F65941963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81B0A2-9CAF-CD30-FE27-8D96840A9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E4FEC8-4699-C7E2-CD37-3CD1597798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EC1B5A-3E32-0D55-65B1-5438CD60D3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7C9A1-0B10-DD66-4554-D7F79AB29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8A07-ACF6-5C48-892B-15D9257CF43A}" type="datetimeFigureOut">
              <a:rPr lang="en-US" smtClean="0"/>
              <a:t>7/30/25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2CE7B7-C18F-C09B-408D-0FAE53CA9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D4ED84-38D0-512D-3AE9-9FA1BD65F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821C8-8B8D-8B4C-B547-DC1D2D243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437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AA701-1373-8285-F643-340D1D724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B6784D-E7D4-4399-F5BA-F2D82B674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8A07-ACF6-5C48-892B-15D9257CF43A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537B55-4196-A5D6-8DCC-856F88B4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2CE830-2B17-BD23-697E-88D3F3161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821C8-8B8D-8B4C-B547-DC1D2D243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000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6EA3DA-7F49-59BE-E870-75005E7F6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8A07-ACF6-5C48-892B-15D9257CF43A}" type="datetimeFigureOut">
              <a:rPr lang="en-US" smtClean="0"/>
              <a:t>7/30/25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5C1094-3088-C0EC-C9CE-C41B8786D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59B04-7B7A-F488-759F-A9064DEFD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821C8-8B8D-8B4C-B547-DC1D2D243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400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28284-F2EB-5D4A-A908-22BDF65C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F7CB-EDE2-00E2-E71B-66064F5E6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202069-CD8C-2A8B-F545-E720291B9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C73FD-99B2-B046-9EFA-0734B31B4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8A07-ACF6-5C48-892B-15D9257CF43A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2129E-2A08-0D89-4B31-1FC63AB1E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17857-9244-CA79-D0F2-31B0FA02B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821C8-8B8D-8B4C-B547-DC1D2D243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75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BBDC6-1414-693F-9DCC-0E39E8E4C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411BA1-0EC6-70E6-3B4F-40D9465D63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E15EB-CDA4-734D-442F-2287AF4DD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EBFF1-6D61-113E-8DE8-8A62E6B94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8A07-ACF6-5C48-892B-15D9257CF43A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DD404-526B-D4E2-4A40-6CB380F91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15AFD-5BB1-2467-B43C-513DBC4EC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821C8-8B8D-8B4C-B547-DC1D2D243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02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3F67B-9A2A-7CDC-1143-8E07604EC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F41B77-26A2-FDA7-90B6-C0C2C92C9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4BECB-CD84-509A-F933-652182FFE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8A07-ACF6-5C48-892B-15D9257CF43A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2AAD4-B05D-EF81-E219-CF967E217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91BD9-D6E5-6C9C-2454-79D4F0686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821C8-8B8D-8B4C-B547-DC1D2D243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043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47715A-31F1-C53B-9D37-415D32239C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B4225D-79DA-6B0E-A71D-786D88B8E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61482-4FCA-B9D0-BFEE-FC883B273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8A07-ACF6-5C48-892B-15D9257CF43A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DA400-4083-7197-4018-E4E085C9F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B258A-0FD6-AEFD-872B-584991173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821C8-8B8D-8B4C-B547-DC1D2D243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552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3C9F37-E7FA-B3BF-344B-56ABBE2BE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3BD4D-D778-80FA-621F-6D5CA770E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56BD5-C56F-6E5A-9779-A92F2D51C0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E78A07-ACF6-5C48-892B-15D9257CF43A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1F733-DA2E-CC1F-1C15-EDF9BD5483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8E6A0-9ED2-29E1-ECE3-D11CB37BE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A821C8-8B8D-8B4C-B547-DC1D2D243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19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EDD46-0F15-D8AC-12BF-C288CB1CF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81" y="-281658"/>
            <a:ext cx="10515600" cy="1325563"/>
          </a:xfrm>
        </p:spPr>
        <p:txBody>
          <a:bodyPr/>
          <a:lstStyle/>
          <a:p>
            <a:r>
              <a:rPr lang="en-US"/>
              <a:t>CO</a:t>
            </a:r>
            <a:endParaRPr lang="en-US" dirty="0"/>
          </a:p>
        </p:txBody>
      </p:sp>
      <p:pic>
        <p:nvPicPr>
          <p:cNvPr id="5" name="Content Placeholder 4" descr="twitter_CO&#10;">
            <a:extLst>
              <a:ext uri="{FF2B5EF4-FFF2-40B4-BE49-F238E27FC236}">
                <a16:creationId xmlns:a16="http://schemas.microsoft.com/office/drawing/2014/main" id="{1A473424-919A-45FC-2667-FA3463EBD7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6382" y="2638630"/>
            <a:ext cx="6756426" cy="2257695"/>
          </a:xfrm>
        </p:spPr>
      </p:pic>
      <p:pic>
        <p:nvPicPr>
          <p:cNvPr id="11" name="Picture 10" descr="bert">
            <a:extLst>
              <a:ext uri="{FF2B5EF4-FFF2-40B4-BE49-F238E27FC236}">
                <a16:creationId xmlns:a16="http://schemas.microsoft.com/office/drawing/2014/main" id="{B17FF63C-E0DD-EA30-A6F3-CF12F4F41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7026" y="3429000"/>
            <a:ext cx="4727086" cy="1153241"/>
          </a:xfrm>
          <a:prstGeom prst="rect">
            <a:avLst/>
          </a:prstGeom>
        </p:spPr>
      </p:pic>
      <p:pic>
        <p:nvPicPr>
          <p:cNvPr id="13" name="Picture 12" descr="hateexplain">
            <a:extLst>
              <a:ext uri="{FF2B5EF4-FFF2-40B4-BE49-F238E27FC236}">
                <a16:creationId xmlns:a16="http://schemas.microsoft.com/office/drawing/2014/main" id="{617659AD-49B5-FE4D-10E3-150A95E416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036" y="4896325"/>
            <a:ext cx="6541312" cy="1929452"/>
          </a:xfrm>
          <a:prstGeom prst="rect">
            <a:avLst/>
          </a:prstGeom>
        </p:spPr>
      </p:pic>
      <p:pic>
        <p:nvPicPr>
          <p:cNvPr id="15" name="Picture 14" descr="fb">
            <a:extLst>
              <a:ext uri="{FF2B5EF4-FFF2-40B4-BE49-F238E27FC236}">
                <a16:creationId xmlns:a16="http://schemas.microsoft.com/office/drawing/2014/main" id="{0F969A5D-E990-4D3D-AD99-40C69646ED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382" y="652464"/>
            <a:ext cx="6582062" cy="198616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0C9AA9C-C04B-FBFC-2E70-B32D22A9EFA7}"/>
              </a:ext>
            </a:extLst>
          </p:cNvPr>
          <p:cNvSpPr txBox="1"/>
          <p:nvPr/>
        </p:nvSpPr>
        <p:spPr>
          <a:xfrm>
            <a:off x="0" y="684100"/>
            <a:ext cx="1132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FB: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9F935E-9DD1-8ACF-60E6-E41BE2F430A3}"/>
              </a:ext>
            </a:extLst>
          </p:cNvPr>
          <p:cNvSpPr txBox="1"/>
          <p:nvPr/>
        </p:nvSpPr>
        <p:spPr>
          <a:xfrm rot="16200000">
            <a:off x="-338811" y="5731633"/>
            <a:ext cx="1221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hatexplain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33F257-901C-11B1-C647-77FE4A207B42}"/>
              </a:ext>
            </a:extLst>
          </p:cNvPr>
          <p:cNvSpPr txBox="1"/>
          <p:nvPr/>
        </p:nvSpPr>
        <p:spPr>
          <a:xfrm rot="16200000">
            <a:off x="-68391" y="3435278"/>
            <a:ext cx="829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twitter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19B688-AB03-CBF8-CA43-E5DDBCD0C2FC}"/>
              </a:ext>
            </a:extLst>
          </p:cNvPr>
          <p:cNvSpPr txBox="1"/>
          <p:nvPr/>
        </p:nvSpPr>
        <p:spPr>
          <a:xfrm>
            <a:off x="7477026" y="3059668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Bert is poop</a:t>
            </a:r>
          </a:p>
        </p:txBody>
      </p:sp>
    </p:spTree>
    <p:extLst>
      <p:ext uri="{BB962C8B-B14F-4D97-AF65-F5344CB8AC3E}">
        <p14:creationId xmlns:p14="http://schemas.microsoft.com/office/powerpoint/2010/main" val="3805719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544CE-5C69-3AD5-9FC4-ACDABFC0B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828CB-DB37-8D23-3E43-A025B0361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19" y="-297657"/>
            <a:ext cx="10515600" cy="1325563"/>
          </a:xfrm>
        </p:spPr>
        <p:txBody>
          <a:bodyPr/>
          <a:lstStyle/>
          <a:p>
            <a:r>
              <a:rPr lang="en-US" dirty="0"/>
              <a:t>VA</a:t>
            </a:r>
          </a:p>
        </p:txBody>
      </p:sp>
      <p:pic>
        <p:nvPicPr>
          <p:cNvPr id="6" name="Content Placeholder 5" descr="bert">
            <a:extLst>
              <a:ext uri="{FF2B5EF4-FFF2-40B4-BE49-F238E27FC236}">
                <a16:creationId xmlns:a16="http://schemas.microsoft.com/office/drawing/2014/main" id="{52E7FE33-4529-93C7-DE17-BCBA910CC2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07433" y="3213678"/>
            <a:ext cx="4006364" cy="1325563"/>
          </a:xfrm>
        </p:spPr>
      </p:pic>
      <p:pic>
        <p:nvPicPr>
          <p:cNvPr id="8" name="Picture 7" descr="hateexplain">
            <a:extLst>
              <a:ext uri="{FF2B5EF4-FFF2-40B4-BE49-F238E27FC236}">
                <a16:creationId xmlns:a16="http://schemas.microsoft.com/office/drawing/2014/main" id="{7B497D0B-AB74-4F0E-F058-CED2A9EEC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032" y="5425078"/>
            <a:ext cx="7772400" cy="677453"/>
          </a:xfrm>
          <a:prstGeom prst="rect">
            <a:avLst/>
          </a:prstGeom>
        </p:spPr>
      </p:pic>
      <p:pic>
        <p:nvPicPr>
          <p:cNvPr id="10" name="Picture 9" descr="fb">
            <a:extLst>
              <a:ext uri="{FF2B5EF4-FFF2-40B4-BE49-F238E27FC236}">
                <a16:creationId xmlns:a16="http://schemas.microsoft.com/office/drawing/2014/main" id="{1773FB31-9FB8-A890-DCBD-21239D75F3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032" y="542398"/>
            <a:ext cx="7772400" cy="2416702"/>
          </a:xfrm>
          <a:prstGeom prst="rect">
            <a:avLst/>
          </a:prstGeom>
        </p:spPr>
      </p:pic>
      <p:pic>
        <p:nvPicPr>
          <p:cNvPr id="12" name="Picture 11" descr="twitter">
            <a:extLst>
              <a:ext uri="{FF2B5EF4-FFF2-40B4-BE49-F238E27FC236}">
                <a16:creationId xmlns:a16="http://schemas.microsoft.com/office/drawing/2014/main" id="{608025C6-7413-AA1E-321F-DD8925A2A4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032" y="2959100"/>
            <a:ext cx="7772400" cy="24659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CF9766E-0C72-051B-9747-8A75D12530CB}"/>
              </a:ext>
            </a:extLst>
          </p:cNvPr>
          <p:cNvSpPr txBox="1"/>
          <p:nvPr/>
        </p:nvSpPr>
        <p:spPr>
          <a:xfrm>
            <a:off x="64769" y="1181966"/>
            <a:ext cx="470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E5671E-5720-CF3E-49E0-17E65BB40DEE}"/>
              </a:ext>
            </a:extLst>
          </p:cNvPr>
          <p:cNvSpPr txBox="1"/>
          <p:nvPr/>
        </p:nvSpPr>
        <p:spPr>
          <a:xfrm rot="16200000">
            <a:off x="-114861" y="3659095"/>
            <a:ext cx="829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twitter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D0BBB0-5253-F2BE-5712-269E9D5870CE}"/>
              </a:ext>
            </a:extLst>
          </p:cNvPr>
          <p:cNvSpPr txBox="1"/>
          <p:nvPr/>
        </p:nvSpPr>
        <p:spPr>
          <a:xfrm rot="16200000">
            <a:off x="-422256" y="5757538"/>
            <a:ext cx="1343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hateexplain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276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31E6A-10FD-C2E9-9295-48A513945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210" y="-305525"/>
            <a:ext cx="10515600" cy="1325563"/>
          </a:xfrm>
        </p:spPr>
        <p:txBody>
          <a:bodyPr/>
          <a:lstStyle/>
          <a:p>
            <a:r>
              <a:rPr lang="en-US" dirty="0"/>
              <a:t>NY</a:t>
            </a:r>
          </a:p>
        </p:txBody>
      </p:sp>
      <p:pic>
        <p:nvPicPr>
          <p:cNvPr id="5" name="Picture 4" descr="twitter">
            <a:extLst>
              <a:ext uri="{FF2B5EF4-FFF2-40B4-BE49-F238E27FC236}">
                <a16:creationId xmlns:a16="http://schemas.microsoft.com/office/drawing/2014/main" id="{28DEE654-CD29-70D4-D052-03B3463AE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26" y="2719135"/>
            <a:ext cx="7772400" cy="1321585"/>
          </a:xfrm>
          <a:prstGeom prst="rect">
            <a:avLst/>
          </a:prstGeom>
        </p:spPr>
      </p:pic>
      <p:pic>
        <p:nvPicPr>
          <p:cNvPr id="7" name="Picture 6" descr="hateexplain">
            <a:extLst>
              <a:ext uri="{FF2B5EF4-FFF2-40B4-BE49-F238E27FC236}">
                <a16:creationId xmlns:a16="http://schemas.microsoft.com/office/drawing/2014/main" id="{52BE5000-9F5E-0653-BC97-BF77D4545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126" y="4040720"/>
            <a:ext cx="7772400" cy="2610279"/>
          </a:xfrm>
          <a:prstGeom prst="rect">
            <a:avLst/>
          </a:prstGeom>
        </p:spPr>
      </p:pic>
      <p:pic>
        <p:nvPicPr>
          <p:cNvPr id="9" name="Picture 8" descr="fb">
            <a:extLst>
              <a:ext uri="{FF2B5EF4-FFF2-40B4-BE49-F238E27FC236}">
                <a16:creationId xmlns:a16="http://schemas.microsoft.com/office/drawing/2014/main" id="{C10D87C9-4A85-D3E2-8A0A-691069BD6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126" y="584599"/>
            <a:ext cx="6973388" cy="2134536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73B6EA-B14A-2D84-56FF-F54B4E7F39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3505" y="1074427"/>
            <a:ext cx="4708495" cy="14559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3A99A44-12E4-28B2-FBC0-F50F6A128973}"/>
              </a:ext>
            </a:extLst>
          </p:cNvPr>
          <p:cNvSpPr txBox="1"/>
          <p:nvPr/>
        </p:nvSpPr>
        <p:spPr>
          <a:xfrm rot="16200000">
            <a:off x="-119366" y="3111832"/>
            <a:ext cx="829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twitter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81B5DC-5F53-0572-C3D0-7828398B6F50}"/>
              </a:ext>
            </a:extLst>
          </p:cNvPr>
          <p:cNvSpPr txBox="1"/>
          <p:nvPr/>
        </p:nvSpPr>
        <p:spPr>
          <a:xfrm rot="167103">
            <a:off x="14938" y="1360368"/>
            <a:ext cx="456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B17C6E-8C2B-1CA2-8A32-7D63487956BF}"/>
              </a:ext>
            </a:extLst>
          </p:cNvPr>
          <p:cNvSpPr txBox="1"/>
          <p:nvPr/>
        </p:nvSpPr>
        <p:spPr>
          <a:xfrm rot="16200000">
            <a:off x="-428543" y="5112153"/>
            <a:ext cx="1343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hateexplain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0D90D0-029D-5CE6-D833-3C3A402A488E}"/>
              </a:ext>
            </a:extLst>
          </p:cNvPr>
          <p:cNvSpPr txBox="1"/>
          <p:nvPr/>
        </p:nvSpPr>
        <p:spPr>
          <a:xfrm>
            <a:off x="7781406" y="681391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Bert is poop</a:t>
            </a:r>
          </a:p>
        </p:txBody>
      </p:sp>
    </p:spTree>
    <p:extLst>
      <p:ext uri="{BB962C8B-B14F-4D97-AF65-F5344CB8AC3E}">
        <p14:creationId xmlns:p14="http://schemas.microsoft.com/office/powerpoint/2010/main" val="2920578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7E168-69AB-7EB5-2FEB-CD43A6D50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5361"/>
            <a:ext cx="10515600" cy="1325563"/>
          </a:xfrm>
        </p:spPr>
        <p:txBody>
          <a:bodyPr/>
          <a:lstStyle/>
          <a:p>
            <a:r>
              <a:rPr lang="en-US" dirty="0"/>
              <a:t>FL</a:t>
            </a:r>
          </a:p>
        </p:txBody>
      </p:sp>
      <p:pic>
        <p:nvPicPr>
          <p:cNvPr id="7" name="Content Placeholder 6" descr="hateexplain">
            <a:extLst>
              <a:ext uri="{FF2B5EF4-FFF2-40B4-BE49-F238E27FC236}">
                <a16:creationId xmlns:a16="http://schemas.microsoft.com/office/drawing/2014/main" id="{6DCA2E18-6407-34AA-ABFD-2D5E33215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0828" y="5156210"/>
            <a:ext cx="9689012" cy="1645741"/>
          </a:xfrm>
        </p:spPr>
      </p:pic>
      <p:pic>
        <p:nvPicPr>
          <p:cNvPr id="5" name="Picture 4" descr="twitter fl">
            <a:extLst>
              <a:ext uri="{FF2B5EF4-FFF2-40B4-BE49-F238E27FC236}">
                <a16:creationId xmlns:a16="http://schemas.microsoft.com/office/drawing/2014/main" id="{6AC30BAB-561D-12E8-68D4-0226669E6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28" y="2919135"/>
            <a:ext cx="6971938" cy="2237075"/>
          </a:xfrm>
          <a:prstGeom prst="rect">
            <a:avLst/>
          </a:prstGeom>
        </p:spPr>
      </p:pic>
      <p:pic>
        <p:nvPicPr>
          <p:cNvPr id="9" name="Picture 8" descr="fb">
            <a:extLst>
              <a:ext uri="{FF2B5EF4-FFF2-40B4-BE49-F238E27FC236}">
                <a16:creationId xmlns:a16="http://schemas.microsoft.com/office/drawing/2014/main" id="{56F2BB23-36A5-DED2-BDB7-9FE822897A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28" y="587554"/>
            <a:ext cx="6859089" cy="2331581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731521-BD3B-174B-ADE3-6047AC09C8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7036" y="2235157"/>
            <a:ext cx="4254136" cy="13679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03E184-A7AF-0DF3-9211-CCC15F0C5A99}"/>
              </a:ext>
            </a:extLst>
          </p:cNvPr>
          <p:cNvSpPr txBox="1"/>
          <p:nvPr/>
        </p:nvSpPr>
        <p:spPr>
          <a:xfrm>
            <a:off x="0" y="1332458"/>
            <a:ext cx="56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576FC7-5556-B7A2-29D4-4FECFF260469}"/>
              </a:ext>
            </a:extLst>
          </p:cNvPr>
          <p:cNvSpPr txBox="1"/>
          <p:nvPr/>
        </p:nvSpPr>
        <p:spPr>
          <a:xfrm rot="16200000">
            <a:off x="-182869" y="3853006"/>
            <a:ext cx="829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twitter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06A3E9-4160-42AD-0F81-A15E117A1EC4}"/>
              </a:ext>
            </a:extLst>
          </p:cNvPr>
          <p:cNvSpPr txBox="1"/>
          <p:nvPr/>
        </p:nvSpPr>
        <p:spPr>
          <a:xfrm rot="16200000">
            <a:off x="-439800" y="5794413"/>
            <a:ext cx="1343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hateexplain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8D88C4-DF89-F13B-A59F-A9271709BF31}"/>
              </a:ext>
            </a:extLst>
          </p:cNvPr>
          <p:cNvSpPr txBox="1"/>
          <p:nvPr/>
        </p:nvSpPr>
        <p:spPr>
          <a:xfrm>
            <a:off x="8294914" y="1753344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bertispoop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7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CF6B0-4C7E-A7AB-2AAC-F00FFD689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49277"/>
            <a:ext cx="10515600" cy="1325563"/>
          </a:xfrm>
        </p:spPr>
        <p:txBody>
          <a:bodyPr/>
          <a:lstStyle/>
          <a:p>
            <a:r>
              <a:rPr lang="en-US" dirty="0"/>
              <a:t>CA</a:t>
            </a:r>
          </a:p>
        </p:txBody>
      </p:sp>
      <p:pic>
        <p:nvPicPr>
          <p:cNvPr id="4" name="Picture 3" descr="twitter_CA">
            <a:extLst>
              <a:ext uri="{FF2B5EF4-FFF2-40B4-BE49-F238E27FC236}">
                <a16:creationId xmlns:a16="http://schemas.microsoft.com/office/drawing/2014/main" id="{E9D67D98-D663-4D9F-CA31-904B11A9E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98" y="3811759"/>
            <a:ext cx="7772400" cy="934887"/>
          </a:xfrm>
          <a:prstGeom prst="rect">
            <a:avLst/>
          </a:prstGeom>
        </p:spPr>
      </p:pic>
      <p:pic>
        <p:nvPicPr>
          <p:cNvPr id="6" name="Picture 5" descr="hateexplain">
            <a:extLst>
              <a:ext uri="{FF2B5EF4-FFF2-40B4-BE49-F238E27FC236}">
                <a16:creationId xmlns:a16="http://schemas.microsoft.com/office/drawing/2014/main" id="{B8960FB2-A9D2-A2DB-CFE8-91DDB1244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98" y="5206339"/>
            <a:ext cx="7772400" cy="518160"/>
          </a:xfrm>
          <a:prstGeom prst="rect">
            <a:avLst/>
          </a:prstGeom>
        </p:spPr>
      </p:pic>
      <p:pic>
        <p:nvPicPr>
          <p:cNvPr id="8" name="Picture 7" descr="hatebert">
            <a:extLst>
              <a:ext uri="{FF2B5EF4-FFF2-40B4-BE49-F238E27FC236}">
                <a16:creationId xmlns:a16="http://schemas.microsoft.com/office/drawing/2014/main" id="{F2CC1890-483C-E7BD-018F-7E7B72A63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9098" y="2917830"/>
            <a:ext cx="3982902" cy="1361373"/>
          </a:xfrm>
          <a:prstGeom prst="rect">
            <a:avLst/>
          </a:prstGeom>
        </p:spPr>
      </p:pic>
      <p:pic>
        <p:nvPicPr>
          <p:cNvPr id="10" name="Picture 9" descr="fb">
            <a:extLst>
              <a:ext uri="{FF2B5EF4-FFF2-40B4-BE49-F238E27FC236}">
                <a16:creationId xmlns:a16="http://schemas.microsoft.com/office/drawing/2014/main" id="{8379E658-6EC6-81AE-CB33-F4DEFBD421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698" y="799521"/>
            <a:ext cx="7772400" cy="25652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C6DBB2-735F-6B03-F385-0F1DAB7768B0}"/>
              </a:ext>
            </a:extLst>
          </p:cNvPr>
          <p:cNvSpPr txBox="1"/>
          <p:nvPr/>
        </p:nvSpPr>
        <p:spPr>
          <a:xfrm>
            <a:off x="0" y="1851208"/>
            <a:ext cx="44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A5FEB9-86D5-2901-5BF5-9D564D877D3C}"/>
              </a:ext>
            </a:extLst>
          </p:cNvPr>
          <p:cNvSpPr txBox="1"/>
          <p:nvPr/>
        </p:nvSpPr>
        <p:spPr>
          <a:xfrm rot="16200000">
            <a:off x="-192693" y="3935996"/>
            <a:ext cx="829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twitter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984975-BF5C-DB09-B1D8-FF0CAE8D1C98}"/>
              </a:ext>
            </a:extLst>
          </p:cNvPr>
          <p:cNvSpPr txBox="1"/>
          <p:nvPr/>
        </p:nvSpPr>
        <p:spPr>
          <a:xfrm rot="16200000">
            <a:off x="-487026" y="5280752"/>
            <a:ext cx="1343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hateexplain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31478E-69C7-0982-17BB-A8DC90438B09}"/>
              </a:ext>
            </a:extLst>
          </p:cNvPr>
          <p:cNvSpPr txBox="1"/>
          <p:nvPr/>
        </p:nvSpPr>
        <p:spPr>
          <a:xfrm>
            <a:off x="8699863" y="2442754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Hatebert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741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</TotalTime>
  <Words>40</Words>
  <Application>Microsoft Macintosh PowerPoint</Application>
  <PresentationFormat>Widescreen</PresentationFormat>
  <Paragraphs>33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CO</vt:lpstr>
      <vt:lpstr>VA</vt:lpstr>
      <vt:lpstr>NY</vt:lpstr>
      <vt:lpstr>FL</vt:lpstr>
      <vt:lpstr>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Emily Lugos</dc:creator>
  <cp:lastModifiedBy>Emily Lugos</cp:lastModifiedBy>
  <cp:revision>1</cp:revision>
  <dcterms:created xsi:type="dcterms:W3CDTF">2025-07-30T22:05:44Z</dcterms:created>
  <dcterms:modified xsi:type="dcterms:W3CDTF">2025-07-31T15:41:37Z</dcterms:modified>
</cp:coreProperties>
</file>