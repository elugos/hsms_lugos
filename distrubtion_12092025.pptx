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5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5"/>
    <p:restoredTop sz="94788"/>
  </p:normalViewPr>
  <p:slideViewPr>
    <p:cSldViewPr snapToGrid="0">
      <p:cViewPr varScale="1">
        <p:scale>
          <a:sx n="137" d="100"/>
          <a:sy n="137" d="100"/>
        </p:scale>
        <p:origin x="1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B2CB-13D8-262B-2BC1-0650F7F05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D06F0-3682-DBA8-0EED-0F9DC8413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4F82B-9877-4211-4C15-9DDC016F7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D6602-BEBB-2C46-D045-9AC50A34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F92D3-4C72-4CE8-7CC7-D1D1566D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4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58B9-9E95-4DB0-E2B2-CD21C92E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32AD5-DBDB-A53E-B5D0-9F6D4BCDF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A6012-A79A-E444-CE9B-3E6D338F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FE78C-C798-4A6B-8AB0-68E61985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C38F-3E64-45E1-0E77-0FE8A3C8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7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835A-980A-75E0-2C2F-BAA64866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6A00D-7A35-15CC-0AF9-A86D6541E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C7CA6-C60A-CEC7-E63B-B27A0818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24683-34B9-4E9C-DB94-C5230214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595B7-A1CD-1AB8-760B-1EDEE38D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9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1031-B698-C847-2D9F-FAF6DD28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BFFA8-A985-062F-1A94-885322E2D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D89D1-7ABC-555F-0BF9-E80392A24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98136-8333-BFAE-EF27-3409E0D7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0A28A-D826-3129-DEEE-5CECE42B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053EC-6450-F0FC-33F6-758E403C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7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7858-829E-F71B-8CC8-277A14B6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D5469-8837-F5AE-AE0D-5348A4AC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16927-17D4-1942-3B05-543B9D2C2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92A0D-E929-F16C-22E4-385BF7110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E5A3B-3E10-50B8-A10B-B08E29699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11EDF-7DE1-BE58-0C06-10B583F5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F5B6B-A672-7E7E-9FE8-FD4E1179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4C48D8-EC03-E1A7-9C4F-290A18B9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9661-B3A1-8690-3ED9-BF34247C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FA460-0C51-7B2C-E3F2-692FD969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C4B94-E5A4-3D29-83D7-6E2DFA4F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666AF-D23D-B2C2-96A9-145BC1AA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26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03F6F-9AC5-C198-47E5-296F1390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443B2-CEE8-490F-D833-C1CF2B4A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A94D2-4903-B592-3C28-AD9E5BBF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49AE-C5C6-45AD-1DED-8B0A0242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3B1E-F1EA-681C-DD73-74C63AE4F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B9CC2-5BE3-E005-49F8-3409AB2D3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3EA53-05A5-9B17-288B-86125EB0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C884D-5BB4-FAC7-9D9E-A72D2824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1F199-EB8F-C416-DD6A-B888797D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7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404F-C5E6-4FF9-7D6A-32651A43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8166F-D6A1-3E76-9EFE-902CDB2F0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51D7B-5C81-51B6-7555-7C9130658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6D740-7CC4-6854-FCFF-EACF8385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1C1D5-8694-C099-28A6-5AE9BDA2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1A9EE-D0DF-FB06-C72C-D68D69B5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7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8699-E31D-8C20-CAF7-58EE685D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DCDC2-61BE-265F-0947-53CC883EE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69512-CBF5-1EC8-239E-B5E3801B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A4EFF-10A4-DC24-A542-271B6651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8856A-8D61-E515-3733-EA35E30D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3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7ED85-088E-AEB4-E54D-52D419BB5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97590-0188-7DA5-0793-7091338AD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3010B-9CF8-484B-82AA-BACD4686D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17EE3-CECC-EC34-CB91-7FBE947C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A4C11-B314-DEE2-A7BF-F0CE7DAD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1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89B7B-D614-6B1E-8249-6EF1A27A8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B2774-73A6-A35A-9F59-436857D40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0E47B-168F-F6BA-F937-07CE7EF14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CAFAF-68A9-4549-98BC-3D506B672B5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27AB2-7681-8491-B2CA-3EDF2A47C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5DC0F-A80F-88AD-E6C2-3EA400BF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C0434-FE30-8E4F-B6DD-6F84A5A6A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1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8B99FE-8134-6CB7-8F1E-2C588B312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642" y="308973"/>
            <a:ext cx="4132604" cy="3099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6CCE7E-8F3D-3403-FA24-BC03F58C1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029" y="352980"/>
            <a:ext cx="4190002" cy="3099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6C0951-EE1F-02FF-1CCA-36968D574F09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2466F-928C-2362-658E-39E231F6C498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1E6F5B-969B-D139-8513-0381FB331757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pic>
        <p:nvPicPr>
          <p:cNvPr id="9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BA4D8B36-5FC8-FBBC-2C6F-E378C5395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392" y="3769627"/>
            <a:ext cx="3994829" cy="2979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80A252-A38A-5B0F-62A5-5F22128B60E3}"/>
              </a:ext>
            </a:extLst>
          </p:cNvPr>
          <p:cNvSpPr txBox="1"/>
          <p:nvPr/>
        </p:nvSpPr>
        <p:spPr>
          <a:xfrm>
            <a:off x="5923642" y="4489674"/>
            <a:ext cx="58019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Menlo" panose="020B0609030804020204" pitchFamily="49" charset="0"/>
              </a:rPr>
              <a:t>{'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avg_same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0.41344153881073, 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avg_opposite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0.42540600895881653, </a:t>
            </a:r>
          </a:p>
          <a:p>
            <a:r>
              <a:rPr lang="en-US" b="0" i="0" dirty="0">
                <a:effectLst/>
                <a:latin typeface="Menlo" panose="020B0609030804020204" pitchFamily="49" charset="0"/>
              </a:rPr>
              <a:t>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n_same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2103, </a:t>
            </a:r>
          </a:p>
          <a:p>
            <a:r>
              <a:rPr lang="en-US" b="0" i="0" dirty="0">
                <a:effectLst/>
                <a:latin typeface="Menlo" panose="020B0609030804020204" pitchFamily="49" charset="0"/>
              </a:rPr>
              <a:t>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n_opposite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17897}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BD4DE-D696-6C1D-6699-6668ED7906B1}"/>
              </a:ext>
            </a:extLst>
          </p:cNvPr>
          <p:cNvSpPr txBox="1"/>
          <p:nvPr/>
        </p:nvSpPr>
        <p:spPr>
          <a:xfrm>
            <a:off x="9940289" y="339423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Emb=64</a:t>
            </a:r>
          </a:p>
          <a:p>
            <a:r>
              <a:rPr lang="en-US" dirty="0"/>
              <a:t>Margin 1</a:t>
            </a:r>
          </a:p>
        </p:txBody>
      </p:sp>
      <p:pic>
        <p:nvPicPr>
          <p:cNvPr id="12" name="Picture 1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8116E4E-57C1-6559-CBE4-88A9DCE44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752" y="2150562"/>
            <a:ext cx="2847143" cy="899098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405717E-5E5E-C9CB-CC34-36D4BC826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30" y="2150562"/>
            <a:ext cx="2834219" cy="98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0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F7A2-0046-4529-4015-3652DA5D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4262F3-714B-8114-874D-C909AFFD945E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060DA-117C-7201-FCF3-A48804569DD8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EC0416D-05E1-F26B-96AC-10285FF7BBF3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664CD5-E116-021C-149E-0D59ED37E90A}"/>
              </a:ext>
            </a:extLst>
          </p:cNvPr>
          <p:cNvSpPr txBox="1"/>
          <p:nvPr/>
        </p:nvSpPr>
        <p:spPr>
          <a:xfrm>
            <a:off x="6580798" y="1034780"/>
            <a:ext cx="4524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Emb=64</a:t>
            </a:r>
          </a:p>
          <a:p>
            <a:r>
              <a:rPr lang="en-US" dirty="0"/>
              <a:t>Margin 0.5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=0.1989 </a:t>
            </a:r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3F14A24C-6054-191F-445E-87682EB4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40" y="801806"/>
            <a:ext cx="3427969" cy="841614"/>
          </a:xfrm>
          <a:prstGeom prst="rect">
            <a:avLst/>
          </a:prstGeom>
        </p:spPr>
      </p:pic>
      <p:pic>
        <p:nvPicPr>
          <p:cNvPr id="18" name="Picture 17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9C2483AD-A368-C6F8-3D49-013634388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27" y="1892941"/>
            <a:ext cx="5102593" cy="38378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8F064B3-3A00-6241-6C51-1744514BA67E}"/>
              </a:ext>
            </a:extLst>
          </p:cNvPr>
          <p:cNvSpPr txBox="1"/>
          <p:nvPr/>
        </p:nvSpPr>
        <p:spPr>
          <a:xfrm>
            <a:off x="6094164" y="3811865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Menlo" panose="020B0609030804020204" pitchFamily="49" charset="0"/>
              </a:rPr>
              <a:t>{'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avg_same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0.4749191403388977, 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avg_opposite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0.4838806986808777, 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n_same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2103, 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n_opposite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17897</a:t>
            </a:r>
            <a:r>
              <a:rPr lang="en-US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92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D0DF-91F4-2FD2-58A5-70EC8CA5E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04E2DC-9E4F-837A-62AC-D5EC23646000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B62B95-2217-2978-AE58-38588BE009D8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15381-3886-C58E-9D3C-54E010F2B55B}"/>
              </a:ext>
            </a:extLst>
          </p:cNvPr>
          <p:cNvSpPr txBox="1"/>
          <p:nvPr/>
        </p:nvSpPr>
        <p:spPr>
          <a:xfrm>
            <a:off x="8405870" y="2166498"/>
            <a:ext cx="3006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Emb=64</a:t>
            </a:r>
          </a:p>
          <a:p>
            <a:r>
              <a:rPr lang="en-US" dirty="0"/>
              <a:t>Margin 1.5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=0.3033 </a:t>
            </a:r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EB86C6BF-DE01-6152-627A-0D5F62674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505476"/>
            <a:ext cx="4381500" cy="1308100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551DED0-A49A-3FE1-85A8-7310FAE49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8" y="769498"/>
            <a:ext cx="3975100" cy="13970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536F551-B7CA-5E10-B771-EA4F6A2B3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2" y="369332"/>
            <a:ext cx="6338015" cy="47535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E78F34-BEF5-16FB-181B-D117C38C5372}"/>
              </a:ext>
            </a:extLst>
          </p:cNvPr>
          <p:cNvSpPr txBox="1"/>
          <p:nvPr/>
        </p:nvSpPr>
        <p:spPr>
          <a:xfrm>
            <a:off x="7400413" y="4073003"/>
            <a:ext cx="4589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Menlo" panose="020B0609030804020204" pitchFamily="49" charset="0"/>
              </a:rPr>
              <a:t>{'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avg_same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0.9940177798271179, 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avg_opposite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0.9989833235740662, 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n_same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2103, '</a:t>
            </a:r>
            <a:r>
              <a:rPr lang="en-US" b="0" i="0" dirty="0" err="1">
                <a:effectLst/>
                <a:latin typeface="Menlo" panose="020B0609030804020204" pitchFamily="49" charset="0"/>
              </a:rPr>
              <a:t>n_opposite</a:t>
            </a:r>
            <a:r>
              <a:rPr lang="en-US" b="0" i="0" dirty="0">
                <a:effectLst/>
                <a:latin typeface="Menlo" panose="020B0609030804020204" pitchFamily="49" charset="0"/>
              </a:rPr>
              <a:t>': 17897}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27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5E0DF-89C8-1B81-D879-2E3793F4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67535B-398C-0BC4-9157-CE770C79E536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28F2BC-F237-2375-C1A4-F414684AD174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1C96EE-A115-61CD-D9AD-5CBD8CA38C34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90C9F-7DEE-364E-9C0F-A5EB76E9641B}"/>
              </a:ext>
            </a:extLst>
          </p:cNvPr>
          <p:cNvSpPr txBox="1"/>
          <p:nvPr/>
        </p:nvSpPr>
        <p:spPr>
          <a:xfrm>
            <a:off x="8000536" y="2295777"/>
            <a:ext cx="3293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Emb=64</a:t>
            </a:r>
          </a:p>
          <a:p>
            <a:r>
              <a:rPr lang="en-US" dirty="0"/>
              <a:t>Margin 2.0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=0.2479 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3F88967-6CA8-48BF-72F5-9C62F09C8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843" y="871097"/>
            <a:ext cx="3924300" cy="1193800"/>
          </a:xfrm>
          <a:prstGeom prst="rect">
            <a:avLst/>
          </a:prstGeom>
        </p:spPr>
      </p:pic>
      <p:pic>
        <p:nvPicPr>
          <p:cNvPr id="5" name="Picture 4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A78D5F04-C55F-1ECF-94C3-C3828EAB6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7" y="921897"/>
            <a:ext cx="3810000" cy="11430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BBEAFBDC-61F5-34F0-D79F-6737EE4E8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699" y="2295777"/>
            <a:ext cx="5479745" cy="4102831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35766B-CC29-A169-B59B-350772E2A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750" y="4858716"/>
            <a:ext cx="34417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3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4D8F2-EF50-4933-7B13-5398740A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5811EB-8E50-A789-96DC-BFF885255A97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69470-5FBB-7D79-EACC-DACA8B767DF2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96A35A-0C13-49F6-8C2F-8E259D5D4DC0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B7B11-8CF8-C953-EC7D-31863E74D915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Emb=64</a:t>
            </a:r>
          </a:p>
          <a:p>
            <a:r>
              <a:rPr lang="en-US" dirty="0"/>
              <a:t>Margin=2.5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=0.2189 </a:t>
            </a:r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BDCAF8A4-8AF9-DBEB-497B-1D1B7DE9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404" y="858398"/>
            <a:ext cx="4229100" cy="12192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D19C654-996E-693D-0C0D-68AC37F4B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72" y="1091817"/>
            <a:ext cx="3581400" cy="11049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1EDD98AA-C58B-6FBE-EDEB-4CA85B398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800" y="615950"/>
            <a:ext cx="75184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1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A70A-0519-7208-39AA-B74086C8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6372D1-C860-9842-80C7-8EC69E024BA1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D3440-750B-8EBB-7C1E-6125EA7865CE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1D33AD-6B1A-297E-F77F-98FFF0E5707C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03A45-41CE-1B80-89BE-98F16D2F1A41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Emb=64</a:t>
            </a:r>
          </a:p>
          <a:p>
            <a:r>
              <a:rPr lang="en-US" dirty="0"/>
              <a:t>Margin=3.0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=0.2028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E9CFE25-8D7F-BF2A-7E7F-C71C34F62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973998"/>
            <a:ext cx="3454400" cy="10541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5618596-F66C-D2C2-B866-BED7AB1B0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1" y="973998"/>
            <a:ext cx="3365500" cy="990600"/>
          </a:xfrm>
          <a:prstGeom prst="rect">
            <a:avLst/>
          </a:prstGeom>
        </p:spPr>
      </p:pic>
      <p:pic>
        <p:nvPicPr>
          <p:cNvPr id="10" name="Picture 9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D54621FC-1015-B742-2888-3855162B3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350" y="751264"/>
            <a:ext cx="7454900" cy="54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2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AE35-BD2E-08CD-F74B-6F99B006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A42E58-A98B-2054-9CC4-4D7C7AE3D5E4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D049E-4DF8-3013-A19E-C9B19FE42684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A962EE-27AE-E1B5-9A38-42330624F337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4277B-EB96-0C10-D691-DE666784EBCE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Emb=100</a:t>
            </a:r>
          </a:p>
          <a:p>
            <a:r>
              <a:rPr lang="en-US" dirty="0"/>
              <a:t>Margin 1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=0.3457 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3CA4A02-9B74-3D4F-1D1D-BC63B099B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044" y="1084167"/>
            <a:ext cx="3352800" cy="1054100"/>
          </a:xfrm>
          <a:prstGeom prst="rect">
            <a:avLst/>
          </a:prstGeom>
        </p:spPr>
      </p:pic>
      <p:pic>
        <p:nvPicPr>
          <p:cNvPr id="15" name="Picture 14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7B65D3A9-E0D2-484A-2106-7655350A8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72" y="1122267"/>
            <a:ext cx="3441700" cy="977900"/>
          </a:xfrm>
          <a:prstGeom prst="rect">
            <a:avLst/>
          </a:prstGeom>
        </p:spPr>
      </p:pic>
      <p:pic>
        <p:nvPicPr>
          <p:cNvPr id="17" name="Picture 16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BA6FE9CD-E4E7-6F86-B19A-E5D5C38EE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505" y="698500"/>
            <a:ext cx="74549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7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E73A2-CA17-F8F5-B3D9-0C5F8504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1FEC74-11EC-4542-5AC7-4429873813D4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C2423-5F0B-03B4-5E54-57E539468584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1A5B5B-B6FA-9A7D-EBF0-CDC3B0206634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1A38C-4C0A-79F2-3A95-08624999248C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Emb=100</a:t>
            </a:r>
          </a:p>
          <a:p>
            <a:r>
              <a:rPr lang="en-US" dirty="0"/>
              <a:t>Margin 0.5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=0.3457</a:t>
            </a:r>
          </a:p>
        </p:txBody>
      </p:sp>
      <p:pic>
        <p:nvPicPr>
          <p:cNvPr id="3" name="Picture 2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9FF13E08-91C5-C44F-9245-73D2230E6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851512"/>
            <a:ext cx="3454400" cy="9906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402E80F-1654-4E53-445D-7CA373321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0549"/>
            <a:ext cx="3390900" cy="10033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73AA6715-E256-A9A1-B9B7-8D5C11C54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858" y="763964"/>
            <a:ext cx="7670800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4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D48B-9B1C-F226-ECC2-0614EA18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5538D7-04DE-1B87-8BAC-01867788205B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0483E-88DE-20C8-1ADA-2C4CDEC61BE2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D458ED-4C59-92AB-900F-844C633E718F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C313AC-BF3D-A63A-2908-1AA81A02EFC7}"/>
              </a:ext>
            </a:extLst>
          </p:cNvPr>
          <p:cNvSpPr txBox="1"/>
          <p:nvPr/>
        </p:nvSpPr>
        <p:spPr>
          <a:xfrm>
            <a:off x="9320473" y="2060154"/>
            <a:ext cx="2695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Emb=100</a:t>
            </a:r>
          </a:p>
          <a:p>
            <a:r>
              <a:rPr lang="en-US" dirty="0"/>
              <a:t>Margin 1.5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=0.3033 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0CDE9B7-0E03-DA42-C0A6-3873BCE3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377" y="1098932"/>
            <a:ext cx="3378200" cy="9144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AC1B296-D9C4-2305-61D9-A337BB9C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24" y="929854"/>
            <a:ext cx="3403600" cy="11303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81CEF929-0F72-E50D-3F60-B757339CC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24" y="647700"/>
            <a:ext cx="7543800" cy="5562600"/>
          </a:xfrm>
          <a:prstGeom prst="rect">
            <a:avLst/>
          </a:prstGeom>
        </p:spPr>
      </p:pic>
      <p:pic>
        <p:nvPicPr>
          <p:cNvPr id="13" name="Picture 12" descr="A black screen with white numbers and numbers&#10;&#10;AI-generated content may be incorrect.">
            <a:extLst>
              <a:ext uri="{FF2B5EF4-FFF2-40B4-BE49-F238E27FC236}">
                <a16:creationId xmlns:a16="http://schemas.microsoft.com/office/drawing/2014/main" id="{A56C4A6E-803F-92D9-6EC0-3FBCBFB00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377" y="3871870"/>
            <a:ext cx="33147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1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B116-F8B0-5BB5-6C55-F114D57F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68318E-C652-022A-EF6F-E2FEFF3264BA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D30A0-7004-B2A0-ED46-FBAABF081D08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4F7A09-8B6C-13AC-3606-02A5351F6CBC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7407E-8090-8EE8-8E57-737DB6010AA8}"/>
              </a:ext>
            </a:extLst>
          </p:cNvPr>
          <p:cNvSpPr txBox="1"/>
          <p:nvPr/>
        </p:nvSpPr>
        <p:spPr>
          <a:xfrm>
            <a:off x="9041288" y="2220485"/>
            <a:ext cx="23018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Emb=100</a:t>
            </a:r>
          </a:p>
          <a:p>
            <a:r>
              <a:rPr lang="en-US" dirty="0"/>
              <a:t>Margin 2.0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=0.2477 </a:t>
            </a:r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2E132BBC-5603-7805-4E93-2E2393ED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765" y="1037116"/>
            <a:ext cx="3390900" cy="10160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08C16E7-D8C7-4F14-BDD2-77F36EB76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39" y="1087916"/>
            <a:ext cx="3302000" cy="9652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777B3C5F-3CC4-2F3C-5579-AFE60E4FF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01" y="548548"/>
            <a:ext cx="7480300" cy="5562600"/>
          </a:xfrm>
          <a:prstGeom prst="rect">
            <a:avLst/>
          </a:prstGeom>
        </p:spPr>
      </p:pic>
      <p:pic>
        <p:nvPicPr>
          <p:cNvPr id="13" name="Picture 1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333EC05-37A0-E65C-D3F1-559873148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206" y="4804884"/>
            <a:ext cx="34417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86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637D-8F1E-6231-4FBA-90995CC5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BDE678-D184-0884-D962-34C8FF837062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AEC17-6652-3568-3AE4-8C84291DA6C5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CB67B6-9B6B-4D7D-B4C7-550F3821D5EF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7A884-04EB-ED4F-CE5F-D2533B1EA8C2}"/>
              </a:ext>
            </a:extLst>
          </p:cNvPr>
          <p:cNvSpPr txBox="1"/>
          <p:nvPr/>
        </p:nvSpPr>
        <p:spPr>
          <a:xfrm>
            <a:off x="9011274" y="2345787"/>
            <a:ext cx="2312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Emb=100</a:t>
            </a:r>
          </a:p>
          <a:p>
            <a:r>
              <a:rPr lang="en-US" dirty="0"/>
              <a:t>Margin=2.5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=0.2192 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3839FA1F-46F5-EE4D-4FA5-479D452D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195" y="1120583"/>
            <a:ext cx="3352800" cy="10033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19EF028-B4F7-A1EA-8277-27304733E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72" y="1120583"/>
            <a:ext cx="3505200" cy="11049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062A41EB-26CB-7E3E-EA70-7913BA9AF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05" y="635000"/>
            <a:ext cx="75692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27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3105B-76CA-F9A4-66CA-35FA60EA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BDAF3B-4BEE-AAE7-FB52-E48366979C1A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DCD12-0923-9E7A-599C-9160DDA074DB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B7D231-BFAB-DE46-6F77-3E65D158D8CA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69322-3C83-C80D-2E4C-27123EEBE866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Emb=100</a:t>
            </a:r>
          </a:p>
          <a:p>
            <a:r>
              <a:rPr lang="en-US" dirty="0"/>
              <a:t>Margin=3.0</a:t>
            </a:r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22AD441B-18B6-AC48-1D16-D47D2B1F8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811" y="1060832"/>
            <a:ext cx="3327400" cy="990600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80EA73-3461-E4DE-139A-218C48216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89" y="1098932"/>
            <a:ext cx="3327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12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B1C35-FB99-C75F-71FF-14E99D3D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8A611C-9776-FBB9-80FD-12A9C51BFA92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02E5C-63A6-E063-40EF-F716878B4548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F57865-4A1D-3DA1-00C5-413DCC0D37F3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3F7B4-D3D2-EBB7-D9CF-63E57DE81DFD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Emb=200</a:t>
            </a:r>
          </a:p>
          <a:p>
            <a:r>
              <a:rPr lang="en-US" dirty="0"/>
              <a:t>Margin 1</a:t>
            </a:r>
          </a:p>
        </p:txBody>
      </p:sp>
      <p:pic>
        <p:nvPicPr>
          <p:cNvPr id="3" name="Picture 2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5EF0F0B8-666E-8EDC-63F3-B4577D11D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444" y="1030766"/>
            <a:ext cx="3429000" cy="10287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66B6C1B-BBC5-C83F-F479-08E716706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9" y="978436"/>
            <a:ext cx="3327400" cy="1092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9A293E-FA97-EF9E-7F89-0C9ED4A1F67E}"/>
              </a:ext>
            </a:extLst>
          </p:cNvPr>
          <p:cNvSpPr txBox="1"/>
          <p:nvPr/>
        </p:nvSpPr>
        <p:spPr>
          <a:xfrm>
            <a:off x="6827703" y="5013717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Menlo" panose="020B0609030804020204" pitchFamily="49" charset="0"/>
              </a:rPr>
              <a:t>{'</a:t>
            </a:r>
            <a:r>
              <a:rPr lang="en-US" b="1" i="0" dirty="0" err="1">
                <a:effectLst/>
                <a:latin typeface="Menlo" panose="020B0609030804020204" pitchFamily="49" charset="0"/>
              </a:rPr>
              <a:t>avg_same</a:t>
            </a:r>
            <a:r>
              <a:rPr lang="en-US" b="1" i="0" dirty="0">
                <a:effectLst/>
                <a:latin typeface="Menlo" panose="020B0609030804020204" pitchFamily="49" charset="0"/>
              </a:rPr>
              <a:t>': 0.9317876100540161, '</a:t>
            </a:r>
            <a:r>
              <a:rPr lang="en-US" b="1" i="0" dirty="0" err="1">
                <a:effectLst/>
                <a:latin typeface="Menlo" panose="020B0609030804020204" pitchFamily="49" charset="0"/>
              </a:rPr>
              <a:t>avg_opposite</a:t>
            </a:r>
            <a:r>
              <a:rPr lang="en-US" b="1" i="0" dirty="0">
                <a:effectLst/>
                <a:latin typeface="Menlo" panose="020B0609030804020204" pitchFamily="49" charset="0"/>
              </a:rPr>
              <a:t>': 0.938356876373291, '</a:t>
            </a:r>
            <a:r>
              <a:rPr lang="en-US" b="1" i="0" dirty="0" err="1">
                <a:effectLst/>
                <a:latin typeface="Menlo" panose="020B0609030804020204" pitchFamily="49" charset="0"/>
              </a:rPr>
              <a:t>n_same</a:t>
            </a:r>
            <a:r>
              <a:rPr lang="en-US" b="1" i="0" dirty="0">
                <a:effectLst/>
                <a:latin typeface="Menlo" panose="020B0609030804020204" pitchFamily="49" charset="0"/>
              </a:rPr>
              <a:t>': 2103, '</a:t>
            </a:r>
            <a:r>
              <a:rPr lang="en-US" b="1" i="0" dirty="0" err="1">
                <a:effectLst/>
                <a:latin typeface="Menlo" panose="020B0609030804020204" pitchFamily="49" charset="0"/>
              </a:rPr>
              <a:t>n_opposite</a:t>
            </a:r>
            <a:r>
              <a:rPr lang="en-US" b="1" i="0" dirty="0">
                <a:effectLst/>
                <a:latin typeface="Menlo" panose="020B0609030804020204" pitchFamily="49" charset="0"/>
              </a:rPr>
              <a:t>': 17897</a:t>
            </a:r>
            <a:r>
              <a:rPr lang="en-US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90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4F12-4DCC-CB71-DA13-1FAF7523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B9B32C-C51A-F20E-3C79-C7288D61A74C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BC079-0E14-E09C-A36F-DDF23AE2356A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3106C9-0A5C-A3C3-1060-2DBCF713C0D3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40F31-BD9A-41BC-DED7-781CC5118D30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Emb=200</a:t>
            </a:r>
          </a:p>
          <a:p>
            <a:r>
              <a:rPr lang="en-US" dirty="0"/>
              <a:t>Margin 0.5</a:t>
            </a:r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BB0995B1-2538-1F97-8E76-29D307D6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160" y="829479"/>
            <a:ext cx="3276600" cy="990600"/>
          </a:xfrm>
          <a:prstGeom prst="rect">
            <a:avLst/>
          </a:prstGeom>
        </p:spPr>
      </p:pic>
      <p:pic>
        <p:nvPicPr>
          <p:cNvPr id="10" name="Picture 9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5B348BB-F842-09DC-CFE1-17FC40B09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160" y="829479"/>
            <a:ext cx="33274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58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F3D67-D06D-9E0B-C679-529A28B4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080B61-4026-C19B-B053-FC1F524B72EF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3C415-8B72-72C5-9853-D1E3154B4B24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A01499-B018-E3EA-9281-6BF31AAD42F2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E68E1-DF3D-E7DF-D388-D779549FAACB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Emb=200</a:t>
            </a:r>
          </a:p>
          <a:p>
            <a:r>
              <a:rPr lang="en-US" dirty="0"/>
              <a:t>Margin 1.5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07E773F-37C6-9AC2-6F4C-CAEABB168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11" y="1205735"/>
            <a:ext cx="3352800" cy="9652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D6340C94-2B7C-B20B-B8F6-0303DECAD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84" y="906373"/>
            <a:ext cx="34798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70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E4FE-5839-FCE2-5CA1-BF8C7113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35AF2C-0F95-C914-B14D-A913976254F4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2C2ED-D331-B7E3-A809-115A7EA8A5C4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77988D-0B71-FA03-2C1E-16065AF1D6BD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4EAF6-7DB9-3829-CF31-1C96D9127ED4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Emb=200</a:t>
            </a:r>
          </a:p>
          <a:p>
            <a:r>
              <a:rPr lang="en-US" dirty="0"/>
              <a:t>Margin 2.0</a:t>
            </a:r>
          </a:p>
        </p:txBody>
      </p:sp>
      <p:pic>
        <p:nvPicPr>
          <p:cNvPr id="2" name="Picture 1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71D7E358-9FB9-97DF-FAFB-28D0B21B6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744" y="1262502"/>
            <a:ext cx="3314700" cy="939800"/>
          </a:xfrm>
          <a:prstGeom prst="rect">
            <a:avLst/>
          </a:prstGeom>
        </p:spPr>
      </p:pic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0605CBA-F8A9-FD41-B1C6-2851997E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" y="1262502"/>
            <a:ext cx="33655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2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A634-FA9F-7CBB-8651-7B014567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EE9BE0-984A-B746-7F4E-7F7DD3CDDF41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EC2FA8-FCE1-2A91-78B7-D05135761870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C171A3-A579-DDC1-0160-49E398CC96C8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79176-AC35-0A2B-455F-301EF2D9439C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Emb=200</a:t>
            </a:r>
          </a:p>
          <a:p>
            <a:r>
              <a:rPr lang="en-US" dirty="0"/>
              <a:t>Margin=2.5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F133AC3-7601-9A10-F12B-74EC7B90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965" y="1161285"/>
            <a:ext cx="3492500" cy="1054100"/>
          </a:xfrm>
          <a:prstGeom prst="rect">
            <a:avLst/>
          </a:prstGeom>
        </p:spPr>
      </p:pic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6324A3F-115A-ADD5-0BE6-47D2D281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23" y="1046985"/>
            <a:ext cx="3454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50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5BB3-60D4-36A1-BB97-F119F242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BAED10-C2A6-05E7-4F05-13A98900EB4C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1E15F-E651-BA82-F31A-F3CDFDC4CFB4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2461219-CDD8-F968-3F00-A39211A80741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CBCE5-3058-EF67-E587-72369F4C893C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Emb=200</a:t>
            </a:r>
          </a:p>
          <a:p>
            <a:r>
              <a:rPr lang="en-US" dirty="0"/>
              <a:t>Margin=3.0</a:t>
            </a:r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F2E8B511-EB2A-76F1-7898-0EE73E431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194" y="802395"/>
            <a:ext cx="3314700" cy="1066800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B9CCABC-A604-463A-792D-6C60A14A0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72" y="891295"/>
            <a:ext cx="34798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65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B9C5-D95D-2AD9-32F0-98843B40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6A3809-7DEA-569C-E18D-97C1BDA17C18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DAC54-E961-6998-EE6C-46C7B24381E5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385B87B-26BE-497C-95DF-8498A0563FE5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9097E-65AE-3EA0-3077-376886D115F7}"/>
              </a:ext>
            </a:extLst>
          </p:cNvPr>
          <p:cNvSpPr txBox="1"/>
          <p:nvPr/>
        </p:nvSpPr>
        <p:spPr>
          <a:xfrm>
            <a:off x="8868578" y="2422905"/>
            <a:ext cx="30840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Emb=384</a:t>
            </a:r>
          </a:p>
          <a:p>
            <a:r>
              <a:rPr lang="en-US" dirty="0"/>
              <a:t>Margin 1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=0.3478 </a:t>
            </a:r>
          </a:p>
          <a:p>
            <a:endParaRPr lang="en-US" dirty="0"/>
          </a:p>
        </p:txBody>
      </p:sp>
      <p:pic>
        <p:nvPicPr>
          <p:cNvPr id="3" name="Picture 2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2EC2DBEC-1184-4D4F-29A4-2365705F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15" y="1115534"/>
            <a:ext cx="3784600" cy="1079500"/>
          </a:xfrm>
          <a:prstGeom prst="rect">
            <a:avLst/>
          </a:prstGeom>
        </p:spPr>
      </p:pic>
      <p:pic>
        <p:nvPicPr>
          <p:cNvPr id="5" name="Picture 4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DCFA6AD5-DB41-6177-A02D-29AB639E2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64" y="1191734"/>
            <a:ext cx="3594100" cy="1003300"/>
          </a:xfrm>
          <a:prstGeom prst="rect">
            <a:avLst/>
          </a:prstGeom>
        </p:spPr>
      </p:pic>
      <p:pic>
        <p:nvPicPr>
          <p:cNvPr id="10" name="Picture 9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A4F05802-6586-4D04-9046-52B92D1A5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56" y="673100"/>
            <a:ext cx="7404100" cy="5511800"/>
          </a:xfrm>
          <a:prstGeom prst="rect">
            <a:avLst/>
          </a:prstGeom>
        </p:spPr>
      </p:pic>
      <p:pic>
        <p:nvPicPr>
          <p:cNvPr id="15" name="Picture 1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E4CB5EF-28BB-938E-F52D-C1323AE44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7136" y="4482028"/>
            <a:ext cx="3581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79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3A2F-17BF-5F9E-580A-7E45481F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3E28CE-B41D-D9EE-9A25-3A50C6E784AC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E35BC-D0AC-B756-6194-545863DA51C0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B76FA-80F1-40C0-7FB5-1F87B3F1BA17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27FCC-680A-B267-5F66-26E979DE37CF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Emb=384</a:t>
            </a:r>
          </a:p>
          <a:p>
            <a:r>
              <a:rPr lang="en-US" dirty="0"/>
              <a:t>Margin 0.5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=0.1987 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281A3EE-B97D-082A-FA14-61A2A9F4D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682" y="1178270"/>
            <a:ext cx="3454400" cy="1130300"/>
          </a:xfrm>
          <a:prstGeom prst="rect">
            <a:avLst/>
          </a:prstGeom>
        </p:spPr>
      </p:pic>
      <p:pic>
        <p:nvPicPr>
          <p:cNvPr id="5" name="Picture 4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1A37770F-4B23-8DF7-8DE6-692EFF954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99" y="1178270"/>
            <a:ext cx="3746500" cy="10541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DBFA7F8F-C1EF-A85E-BD28-916C4F8EA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650" y="654050"/>
            <a:ext cx="73787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01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57BC8-8146-8722-AEE9-AE24F096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8F98BA-0822-0442-CA0C-60121A55BFB5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560C4-4720-4B1E-6C76-C784363F01B2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DBD88B-5D60-D457-C987-C0F7DAC1BBB0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7C374-546C-E0EF-D743-CE6F9A00D4D1}"/>
              </a:ext>
            </a:extLst>
          </p:cNvPr>
          <p:cNvSpPr txBox="1"/>
          <p:nvPr/>
        </p:nvSpPr>
        <p:spPr>
          <a:xfrm>
            <a:off x="8869639" y="2228671"/>
            <a:ext cx="2533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Emb=384</a:t>
            </a:r>
          </a:p>
          <a:p>
            <a:r>
              <a:rPr lang="en-US" dirty="0"/>
              <a:t>Margin 1.5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=0.3030</a:t>
            </a:r>
          </a:p>
        </p:txBody>
      </p:sp>
      <p:pic>
        <p:nvPicPr>
          <p:cNvPr id="3" name="Picture 2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3F65F0D0-BDF4-2F99-C462-01781844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843" y="832462"/>
            <a:ext cx="3860800" cy="10287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CD8775-3B55-54CC-A10A-E0B8366CD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1" y="919073"/>
            <a:ext cx="3314700" cy="1016000"/>
          </a:xfrm>
          <a:prstGeom prst="rect">
            <a:avLst/>
          </a:prstGeom>
        </p:spPr>
      </p:pic>
      <p:pic>
        <p:nvPicPr>
          <p:cNvPr id="10" name="Picture 9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A0F388AA-8D31-A64E-734E-35BAADE90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56" y="628650"/>
            <a:ext cx="7480300" cy="5600700"/>
          </a:xfrm>
          <a:prstGeom prst="rect">
            <a:avLst/>
          </a:prstGeom>
        </p:spPr>
      </p:pic>
      <p:pic>
        <p:nvPicPr>
          <p:cNvPr id="13" name="Picture 12" descr="A black and white screen with numbers&#10;&#10;AI-generated content may be incorrect.">
            <a:extLst>
              <a:ext uri="{FF2B5EF4-FFF2-40B4-BE49-F238E27FC236}">
                <a16:creationId xmlns:a16="http://schemas.microsoft.com/office/drawing/2014/main" id="{351EDEFB-5B24-ACB4-8031-E3E29989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8644" y="4354876"/>
            <a:ext cx="33528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92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56B1-E190-AB09-D1AA-71CB254C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2EF5E7-4573-E82A-C65B-190383B478C8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6946A-2EDA-6769-BD72-FEE1428AFD93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6BCD6C-A8DE-9FC4-FF2C-032FB5B21FFE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90617-7827-06C0-53C2-353243698663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Emb=384</a:t>
            </a:r>
          </a:p>
          <a:p>
            <a:r>
              <a:rPr lang="en-US" dirty="0"/>
              <a:t>Margin 2.0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=0.2477 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098C3FF-DF12-8621-A21A-E21ADBA1A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043" y="1020131"/>
            <a:ext cx="3314700" cy="939800"/>
          </a:xfrm>
          <a:prstGeom prst="rect">
            <a:avLst/>
          </a:prstGeom>
        </p:spPr>
      </p:pic>
      <p:pic>
        <p:nvPicPr>
          <p:cNvPr id="5" name="Picture 4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12329FA1-542C-08FE-2164-EC3379F5F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3" y="1246819"/>
            <a:ext cx="3340100" cy="9271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4F6220C-2C41-39FE-E68D-DA1AAD060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6750"/>
            <a:ext cx="748030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10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AE5CE-7D02-91AF-8C53-758EEBAD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52F728-3A20-A4CB-A617-DE7A442A17A8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016F8-2888-F960-D81E-A89C5FFEF541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BFB50D-4D4A-6FDD-4CBA-A7B39AB4A261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11272-CC26-39C2-5850-46C9510A2E9E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Emb=384</a:t>
            </a:r>
          </a:p>
          <a:p>
            <a:r>
              <a:rPr lang="en-US" dirty="0"/>
              <a:t>Margin=2.5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=0.2186 </a:t>
            </a:r>
          </a:p>
        </p:txBody>
      </p:sp>
      <p:pic>
        <p:nvPicPr>
          <p:cNvPr id="3" name="Picture 2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4A6F9E6B-6BED-9121-001C-D1CE029D6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265" y="881578"/>
            <a:ext cx="3517900" cy="952500"/>
          </a:xfrm>
          <a:prstGeom prst="rect">
            <a:avLst/>
          </a:prstGeom>
        </p:spPr>
      </p:pic>
      <p:pic>
        <p:nvPicPr>
          <p:cNvPr id="5" name="Picture 4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FCA1613D-140E-DB32-1A57-9891D833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72" y="1216752"/>
            <a:ext cx="3670300" cy="9652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8E4C6B9E-FA6E-628A-1ABA-56945AFB8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641350"/>
            <a:ext cx="7416800" cy="55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63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93DD-7184-6A1C-0E5C-B78E8FD0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2C74E5-996B-5E1F-85B4-1A2F39F773C3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C975A-80BB-F940-8A2E-13A60E342E61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B72176-6B18-BC87-E680-9ABEDBADC587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4E3E1-C681-45B9-8AFF-9ED9C100DF1E}"/>
              </a:ext>
            </a:extLst>
          </p:cNvPr>
          <p:cNvSpPr txBox="1"/>
          <p:nvPr/>
        </p:nvSpPr>
        <p:spPr>
          <a:xfrm>
            <a:off x="10192215" y="3590693"/>
            <a:ext cx="1639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Emb=384</a:t>
            </a:r>
          </a:p>
          <a:p>
            <a:r>
              <a:rPr lang="en-US" dirty="0"/>
              <a:t>Margin=3.0</a:t>
            </a:r>
          </a:p>
          <a:p>
            <a:r>
              <a:rPr lang="en-US" dirty="0"/>
              <a:t>Earth mover's distance: </a:t>
            </a:r>
            <a:r>
              <a:rPr lang="en-US" dirty="0" err="1"/>
              <a:t>d_learned</a:t>
            </a:r>
            <a:r>
              <a:rPr lang="en-US" dirty="0"/>
              <a:t>=0.2019</a:t>
            </a:r>
          </a:p>
        </p:txBody>
      </p:sp>
      <p:pic>
        <p:nvPicPr>
          <p:cNvPr id="3" name="Picture 2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895E2E75-0BE1-0DFC-2A40-C511E90E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515" y="864212"/>
            <a:ext cx="3327400" cy="965200"/>
          </a:xfrm>
          <a:prstGeom prst="rect">
            <a:avLst/>
          </a:prstGeom>
        </p:spPr>
      </p:pic>
      <p:pic>
        <p:nvPicPr>
          <p:cNvPr id="5" name="Picture 4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9E82A6ED-BEC9-EF84-882B-51D65D443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6551"/>
            <a:ext cx="3683000" cy="10795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89DC6390-883F-F0A6-DA8C-7121B40A6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0" y="666750"/>
            <a:ext cx="744220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76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D718-711F-E315-4CC2-B3B1750D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36FEAB-9BA3-D972-F92D-95110E68F557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532FE-FF8E-CD3D-EFEE-1C8EFC1ABF38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E0E8F-E201-B31A-902A-6BC23E4776E4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FCF97-1421-E3AC-CFDF-904B30B9A4AF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Emb=400</a:t>
            </a:r>
          </a:p>
          <a:p>
            <a:r>
              <a:rPr lang="en-US" dirty="0"/>
              <a:t>Margin 1</a:t>
            </a:r>
          </a:p>
        </p:txBody>
      </p:sp>
    </p:spTree>
    <p:extLst>
      <p:ext uri="{BB962C8B-B14F-4D97-AF65-F5344CB8AC3E}">
        <p14:creationId xmlns:p14="http://schemas.microsoft.com/office/powerpoint/2010/main" val="45182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9971-0D89-2BFE-AE1C-8D81737E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873FB9-46EE-8105-0F77-F9444320252C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539E7-1CD0-EB17-1D77-D1AF12E29582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9A350A1-1981-B7F1-232B-3B4B04338328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00B70-14C1-D867-3192-1046E1D0F9F5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Emb=400</a:t>
            </a:r>
          </a:p>
          <a:p>
            <a:r>
              <a:rPr lang="en-US" dirty="0"/>
              <a:t>Margin 0.5</a:t>
            </a:r>
          </a:p>
        </p:txBody>
      </p:sp>
    </p:spTree>
    <p:extLst>
      <p:ext uri="{BB962C8B-B14F-4D97-AF65-F5344CB8AC3E}">
        <p14:creationId xmlns:p14="http://schemas.microsoft.com/office/powerpoint/2010/main" val="2780240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AF423-926F-6E65-FFEC-3DF3FFE8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798AEE-03B8-769F-2A6F-4A997D24BEEF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B6A7C-5AD3-A927-616F-AE6E7A97D7C7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B815CC-242B-D14E-D81B-6DA64F9D62F5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82D94-743A-327B-B710-378AABC9C372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Emb=400</a:t>
            </a:r>
          </a:p>
          <a:p>
            <a:r>
              <a:rPr lang="en-US" dirty="0"/>
              <a:t>Margin 1.5</a:t>
            </a:r>
          </a:p>
        </p:txBody>
      </p:sp>
    </p:spTree>
    <p:extLst>
      <p:ext uri="{BB962C8B-B14F-4D97-AF65-F5344CB8AC3E}">
        <p14:creationId xmlns:p14="http://schemas.microsoft.com/office/powerpoint/2010/main" val="563840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843B-46A8-E7F9-9BDA-0BDB96443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8D9F5E-ABB5-295C-97D1-195DF91373FF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85809-3445-F051-01BF-7FFB48317AD2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ECDCB9-F533-904C-CBAE-B6700EB4FE3A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4F482-B98D-06C8-CABF-8CDC3C6DF79D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Emb=400</a:t>
            </a:r>
          </a:p>
          <a:p>
            <a:r>
              <a:rPr lang="en-US" dirty="0"/>
              <a:t>Margin 2.0</a:t>
            </a:r>
          </a:p>
        </p:txBody>
      </p:sp>
    </p:spTree>
    <p:extLst>
      <p:ext uri="{BB962C8B-B14F-4D97-AF65-F5344CB8AC3E}">
        <p14:creationId xmlns:p14="http://schemas.microsoft.com/office/powerpoint/2010/main" val="1479576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ACB7-F55A-D9F3-D799-EC31C1AD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81A362-1244-2CDD-C15F-EEB07FB9E02B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65206-8E2B-3ED8-7B79-AD594172BDCA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2B9A18-ECBA-8E70-D738-D65C9A84D97C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3B322-358C-BF53-C2DE-A053A04D1572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Emb=400</a:t>
            </a:r>
          </a:p>
          <a:p>
            <a:r>
              <a:rPr lang="en-US" dirty="0"/>
              <a:t>Margin=2.5</a:t>
            </a:r>
          </a:p>
        </p:txBody>
      </p:sp>
    </p:spTree>
    <p:extLst>
      <p:ext uri="{BB962C8B-B14F-4D97-AF65-F5344CB8AC3E}">
        <p14:creationId xmlns:p14="http://schemas.microsoft.com/office/powerpoint/2010/main" val="1177998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E422-D027-6DB2-2882-22DBC12E6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430EAF-6709-51EF-1248-B0C5F5EABDE3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EC975-D21C-9127-B78F-03B7DDBC5A4C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FB4FF4-FACD-0E5F-AA8C-E0F89393622F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041BF-66C1-742F-1FFC-7ACF02B292E6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Emb=400</a:t>
            </a:r>
          </a:p>
          <a:p>
            <a:r>
              <a:rPr lang="en-US" dirty="0"/>
              <a:t>Margin=3.0</a:t>
            </a:r>
          </a:p>
        </p:txBody>
      </p:sp>
    </p:spTree>
    <p:extLst>
      <p:ext uri="{BB962C8B-B14F-4D97-AF65-F5344CB8AC3E}">
        <p14:creationId xmlns:p14="http://schemas.microsoft.com/office/powerpoint/2010/main" val="2993595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3B2A-6ED3-155C-BB96-22DF0AE5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208132-7F28-95A9-9F4E-83E7130E1421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D5740-CFEF-2AFD-85AE-70A513A21BA3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D829CF-5D92-47A0-D2ED-0FDF982F7717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56B35-409E-E19E-74DC-19C2CC5A880A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Emb=500</a:t>
            </a:r>
          </a:p>
          <a:p>
            <a:r>
              <a:rPr lang="en-US" dirty="0"/>
              <a:t>Margin 1</a:t>
            </a:r>
          </a:p>
        </p:txBody>
      </p:sp>
    </p:spTree>
    <p:extLst>
      <p:ext uri="{BB962C8B-B14F-4D97-AF65-F5344CB8AC3E}">
        <p14:creationId xmlns:p14="http://schemas.microsoft.com/office/powerpoint/2010/main" val="1037913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62AF-C4D1-C213-CAA6-AD54A841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44C487-55B5-F513-B6B2-D122F80EDCB2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65554-32BB-585B-6DB5-264D718DA0A0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B7C7AB-4F31-4B21-38BC-3210234B3F14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5FCBF-F2AB-F657-E950-4A45ECFF3909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Emb=500</a:t>
            </a:r>
          </a:p>
          <a:p>
            <a:r>
              <a:rPr lang="en-US" dirty="0"/>
              <a:t>Margin 0.5</a:t>
            </a:r>
          </a:p>
        </p:txBody>
      </p:sp>
    </p:spTree>
    <p:extLst>
      <p:ext uri="{BB962C8B-B14F-4D97-AF65-F5344CB8AC3E}">
        <p14:creationId xmlns:p14="http://schemas.microsoft.com/office/powerpoint/2010/main" val="664522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7BC51-BA53-3EA8-7CDA-E30FFC66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8AB886-1EEF-95C3-9CD9-9A1747A0E44F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D5395-DF31-DD3B-5763-3385CC616FEF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6856D0E-D5EE-11A8-3ADE-EFFDAB7DA6DC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37613-CDB3-DA87-3496-2A54E05A9F66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Emb=500</a:t>
            </a:r>
          </a:p>
          <a:p>
            <a:r>
              <a:rPr lang="en-US" dirty="0"/>
              <a:t>Margin 1.5</a:t>
            </a:r>
          </a:p>
        </p:txBody>
      </p:sp>
    </p:spTree>
    <p:extLst>
      <p:ext uri="{BB962C8B-B14F-4D97-AF65-F5344CB8AC3E}">
        <p14:creationId xmlns:p14="http://schemas.microsoft.com/office/powerpoint/2010/main" val="4195571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27F1-FFE4-6307-8E89-FA90458B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72084B-5C3F-01E9-B541-A56591345889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FC8C0-9C36-223D-9472-AAF2CD32A9F7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F81FCB-C569-3AE2-00E7-86FE5C3C54CB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5F1DB6-5680-A230-5511-D609D7DC0C46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Emb=500</a:t>
            </a:r>
          </a:p>
          <a:p>
            <a:r>
              <a:rPr lang="en-US" dirty="0"/>
              <a:t>Margin 2.0</a:t>
            </a:r>
          </a:p>
        </p:txBody>
      </p:sp>
    </p:spTree>
    <p:extLst>
      <p:ext uri="{BB962C8B-B14F-4D97-AF65-F5344CB8AC3E}">
        <p14:creationId xmlns:p14="http://schemas.microsoft.com/office/powerpoint/2010/main" val="1800313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CD96-159D-F960-BD73-54AFB13C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C5E586-0B31-49B9-9F47-DBAFF51A7A0B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82F63-9FB1-6914-B5EE-94D9986101C4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92E48E-4EDB-6AC0-41CB-C1A6BA7BD1F1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A94F2-42AD-028D-34F7-3E1A2C5E3F79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Emb=500</a:t>
            </a:r>
          </a:p>
          <a:p>
            <a:r>
              <a:rPr lang="en-US" dirty="0"/>
              <a:t>Margin=2.5</a:t>
            </a:r>
          </a:p>
        </p:txBody>
      </p:sp>
    </p:spTree>
    <p:extLst>
      <p:ext uri="{BB962C8B-B14F-4D97-AF65-F5344CB8AC3E}">
        <p14:creationId xmlns:p14="http://schemas.microsoft.com/office/powerpoint/2010/main" val="37298244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07B3-9CFB-0E71-E7D0-D9F1895E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CD4658-31EA-0136-7846-7B4C3A148C00}"/>
              </a:ext>
            </a:extLst>
          </p:cNvPr>
          <p:cNvSpPr txBox="1"/>
          <p:nvPr/>
        </p:nvSpPr>
        <p:spPr>
          <a:xfrm>
            <a:off x="2800296" y="0"/>
            <a:ext cx="20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0D79E-36A4-F8D5-B86D-9AB7F02D18CE}"/>
              </a:ext>
            </a:extLst>
          </p:cNvPr>
          <p:cNvSpPr txBox="1"/>
          <p:nvPr/>
        </p:nvSpPr>
        <p:spPr>
          <a:xfrm>
            <a:off x="7400413" y="0"/>
            <a:ext cx="161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E5827F-E6D2-75C1-1FF8-7DE1E727052B}"/>
              </a:ext>
            </a:extLst>
          </p:cNvPr>
          <p:cNvSpPr txBox="1">
            <a:spLocks/>
          </p:cNvSpPr>
          <p:nvPr/>
        </p:nvSpPr>
        <p:spPr>
          <a:xfrm>
            <a:off x="1592540" y="3500814"/>
            <a:ext cx="2415511" cy="196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7B8AD-E445-AA3E-D167-375C85562E77}"/>
              </a:ext>
            </a:extLst>
          </p:cNvPr>
          <p:cNvSpPr txBox="1"/>
          <p:nvPr/>
        </p:nvSpPr>
        <p:spPr>
          <a:xfrm>
            <a:off x="10192215" y="3590693"/>
            <a:ext cx="163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Emb=500</a:t>
            </a:r>
          </a:p>
          <a:p>
            <a:r>
              <a:rPr lang="en-US" dirty="0"/>
              <a:t>Margin=3.0</a:t>
            </a:r>
          </a:p>
        </p:txBody>
      </p:sp>
    </p:spTree>
    <p:extLst>
      <p:ext uri="{BB962C8B-B14F-4D97-AF65-F5344CB8AC3E}">
        <p14:creationId xmlns:p14="http://schemas.microsoft.com/office/powerpoint/2010/main" val="1016702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D5D0-982B-6333-3F41-39C03CB0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119C-30D5-8DB6-33D8-DD8DDC65D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2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614</Words>
  <Application>Microsoft Macintosh PowerPoint</Application>
  <PresentationFormat>Widescreen</PresentationFormat>
  <Paragraphs>201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Lugos</dc:creator>
  <cp:lastModifiedBy>Emily Lugos</cp:lastModifiedBy>
  <cp:revision>1</cp:revision>
  <dcterms:created xsi:type="dcterms:W3CDTF">2025-12-09T16:28:57Z</dcterms:created>
  <dcterms:modified xsi:type="dcterms:W3CDTF">2025-12-10T04:00:37Z</dcterms:modified>
</cp:coreProperties>
</file>