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45"/>
  </p:normalViewPr>
  <p:slideViewPr>
    <p:cSldViewPr snapToGrid="0">
      <p:cViewPr varScale="1">
        <p:scale>
          <a:sx n="106" d="100"/>
          <a:sy n="106" d="100"/>
        </p:scale>
        <p:origin x="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AE853-BA84-A738-0754-35EEA0F64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CB0C6-5254-901A-4265-7C7C4997A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E3C0D-4780-6AF4-5602-E88B87F3E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27BF1-700A-A24E-A6CC-EF1FB3AC3580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073AE-1A2B-0B9C-2FDC-CAC5439F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A19C6-7BD8-9B7C-F161-4C0C8AED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5640-74F9-C64D-9533-3BFFC616C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71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DA92-C71A-55DD-3750-DCDEB42A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BCA98-A238-FA88-E7A2-94CEBB0BF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F71E8-57BB-C008-F119-4B20AD51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27BF1-700A-A24E-A6CC-EF1FB3AC3580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EB043-4A03-A012-4F53-1CC8238D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FC493-2ABE-1C72-2FBD-DC8E5F1D4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5640-74F9-C64D-9533-3BFFC616C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1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E6678-DDC9-6BCB-E50B-8011E4C4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7D2D6-A53D-ECFB-2D55-47CAF5CE5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7B39-B9D7-D8B2-EBFF-15A1E93A7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27BF1-700A-A24E-A6CC-EF1FB3AC3580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9205A-2732-6106-6433-73193F573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448F1-F419-619D-41C5-06AD8DB3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5640-74F9-C64D-9533-3BFFC616C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4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E620-4D0F-7791-261A-CD88FDAFF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9D220-7EF7-B9DB-DF88-623A25BE8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A2435-4A31-9C84-C6A7-5154129BB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77C00-4097-71A2-469E-F8C69AB7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27BF1-700A-A24E-A6CC-EF1FB3AC3580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BC785-8974-2BB8-5953-D00F5CBB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974CA-D09A-CE41-276E-481D42AC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5640-74F9-C64D-9533-3BFFC616C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93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3B21-DE07-A0E0-2F2A-A199CF20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48D7D-15B1-A413-714C-97251CF9B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4C71A-E83F-977C-3AC9-1B6057A03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341E3-06AB-6764-FD6F-A8C9A20A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1710C-9D92-45E2-F5AA-8188B7BB4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26AAD4-7AAA-3FEA-C0B2-B59B13148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27BF1-700A-A24E-A6CC-EF1FB3AC3580}" type="datetimeFigureOut">
              <a:rPr lang="en-US" smtClean="0"/>
              <a:t>8/7/25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8A038-B39C-1148-4AF5-852C1A58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58ADA-5ECD-752D-D37B-F2AF9057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5640-74F9-C64D-9533-3BFFC616C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24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3A003-7D08-1687-4AF6-038B38A7D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02876-9CB9-9692-B484-AF9CE539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27BF1-700A-A24E-A6CC-EF1FB3AC3580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39C0C9-963E-6690-6D40-FEE625188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435B-ABDE-3D17-2FAD-0021CB351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5640-74F9-C64D-9533-3BFFC616C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36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71DD5-8D3A-70F7-1757-85563454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27BF1-700A-A24E-A6CC-EF1FB3AC3580}" type="datetimeFigureOut">
              <a:rPr lang="en-US" smtClean="0"/>
              <a:t>8/7/25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36CED2-8D14-54F0-F9AB-FEC8BBB6B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0502C-EA20-FE1F-8D11-0594D91B9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5640-74F9-C64D-9533-3BFFC616C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40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77E6-5671-9E73-8841-EE0A223F9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C08C4-9301-2BC7-0DF0-A29A8421A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CE210-A182-A0CF-8725-EC8F21A1F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8C3BC-F82C-84BB-AC1A-3C86B6811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27BF1-700A-A24E-A6CC-EF1FB3AC3580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3FE56-515E-9967-8E3E-BB5612750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FE4DF-1227-E317-C35E-427314514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5640-74F9-C64D-9533-3BFFC616C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9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5303-79A7-5C5A-543B-C5D50ABE6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3F007-9723-A3DF-EF21-0378EB1CC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C54DE-AB02-5D8F-70B1-D305C6138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275B9-F37C-1350-1292-1B8E3126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27BF1-700A-A24E-A6CC-EF1FB3AC3580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1CF11-4BB6-5F52-DC63-26F82CB80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6E0F8-65D2-1FC6-F54A-C9AA5A4B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5640-74F9-C64D-9533-3BFFC616C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17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2F0C7-1DAF-0877-85D8-5AE1DDC7B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94AC1-03E9-CB5E-50AA-77BEBB35B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CC164-70B2-B8B6-5AF7-210561B12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27BF1-700A-A24E-A6CC-EF1FB3AC3580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7EAC8-8D2D-0E89-91B3-30AB15415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2BCD7-A29A-6015-CE3F-7E6E7D51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5640-74F9-C64D-9533-3BFFC616C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44F4B-EBC4-A56F-C2C0-C4B5EC82D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A4625-8D6F-BB1D-ABCB-6DD4333D1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4906-BC48-C3CC-F44F-2F2F2C32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27BF1-700A-A24E-A6CC-EF1FB3AC3580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B6072-A524-A1E4-7C46-677FA575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E6166-789C-C2D4-AEAE-A3171EA0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E5640-74F9-C64D-9533-3BFFC616C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6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34826E-A502-0826-C2BF-7816B9EA5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EFE4D-E28E-A809-3405-ECF8D7E07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4AD31-2ACE-DA4A-CFF6-86EA90348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27BF1-700A-A24E-A6CC-EF1FB3AC3580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50CF9-3D67-FCE5-049C-C1C260F66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E3428-F396-7AB9-3DB5-A68DF379E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E5640-74F9-C64D-9533-3BFFC616C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6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4C9E-CBF8-9F5A-49F9-10EDA5F4E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B5B3E-5161-49FB-43BA-A85251F380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3A2998B2-6B68-E5C1-7C11-F2CEA92A2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1"/>
            <a:ext cx="5900098" cy="3553280"/>
          </a:xfrm>
          <a:prstGeom prst="rect">
            <a:avLst/>
          </a:prstGeom>
        </p:spPr>
      </p:pic>
      <p:pic>
        <p:nvPicPr>
          <p:cNvPr id="7" name="Picture 6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15F27DE6-37F4-E823-98F8-CC4DD84A1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097" y="0"/>
            <a:ext cx="5900097" cy="3566354"/>
          </a:xfrm>
          <a:prstGeom prst="rect">
            <a:avLst/>
          </a:prstGeom>
        </p:spPr>
      </p:pic>
      <p:pic>
        <p:nvPicPr>
          <p:cNvPr id="9" name="Picture 8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BBF40F81-0011-942E-8C5B-4B4B295CE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3534791"/>
            <a:ext cx="5464669" cy="3272713"/>
          </a:xfrm>
          <a:prstGeom prst="rect">
            <a:avLst/>
          </a:prstGeom>
        </p:spPr>
      </p:pic>
      <p:pic>
        <p:nvPicPr>
          <p:cNvPr id="11" name="Picture 10" descr="A graph with a line graph and numbers&#10;&#10;AI-generated content may be incorrect.">
            <a:extLst>
              <a:ext uri="{FF2B5EF4-FFF2-40B4-BE49-F238E27FC236}">
                <a16:creationId xmlns:a16="http://schemas.microsoft.com/office/drawing/2014/main" id="{7D918E84-96D9-DF21-1A5F-65AF26D83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096" y="3566353"/>
            <a:ext cx="5362990" cy="318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71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Lugos</dc:creator>
  <cp:lastModifiedBy>Emily Lugos</cp:lastModifiedBy>
  <cp:revision>2</cp:revision>
  <dcterms:created xsi:type="dcterms:W3CDTF">2025-08-07T19:09:56Z</dcterms:created>
  <dcterms:modified xsi:type="dcterms:W3CDTF">2025-08-08T01:41:51Z</dcterms:modified>
</cp:coreProperties>
</file>